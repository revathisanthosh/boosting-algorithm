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LightGBM (LGBM)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Visualized Beginner-Friendly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LightGBM?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is a fast, distributed gradient boosting framework.</a:t>
            </a:r>
          </a:p>
          <a:p>
            <a:r>
              <a:t>Used for classification and regression tasks.</a:t>
            </a:r>
          </a:p>
          <a:p>
            <a:r>
              <a:t>Developed by Microsoft.</a:t>
            </a:r>
          </a:p>
          <a:p>
            <a:r>
              <a:t>Known for speed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LightGBM?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training compared to XGBoost</a:t>
            </a:r>
          </a:p>
          <a:p>
            <a:r>
              <a:t>Lower memory usage</a:t>
            </a:r>
          </a:p>
          <a:p>
            <a:r>
              <a:t>Handles large datasets efficiently</a:t>
            </a:r>
          </a:p>
          <a:p>
            <a:r>
              <a:t>High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Builds decision trees sequentially.</a:t>
            </a:r>
          </a:p>
          <a:p>
            <a:r>
              <a:t>Each new tree corrects previous errors.</a:t>
            </a:r>
          </a:p>
          <a:p>
            <a:r>
              <a:t>Uses Gradient Boosting technique.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Leaf-wise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Unlike level-wise trees, LightGBM grows leaf-wise.</a:t>
            </a:r>
          </a:p>
          <a:p>
            <a:r>
              <a:t>Chooses the leaf with maximum loss reduction.</a:t>
            </a:r>
          </a:p>
          <a:p>
            <a:r>
              <a:t>Results in deeper, more accurate trees.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Level-wise vs Leaf-wise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Level-wise: Balanced trees (used in XGBoost)</a:t>
            </a:r>
          </a:p>
          <a:p>
            <a:r>
              <a:t>Leaf-wise: Deep trees (used in LightGBM)</a:t>
            </a:r>
          </a:p>
          <a:p>
            <a:r>
              <a:t>Leaf-wise is faster but can overfit.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Histogram-based learning</a:t>
            </a:r>
          </a:p>
          <a:p>
            <a:r>
              <a:t>Leaf-wise splitting</a:t>
            </a:r>
          </a:p>
          <a:p>
            <a:r>
              <a:t>Gradient-based One-Side Sampling (GOSS)</a:t>
            </a:r>
          </a:p>
          <a:p>
            <a:r>
              <a:t>Exclusive Feature Bundling (EFB)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Very fast training</a:t>
            </a:r>
          </a:p>
          <a:p>
            <a:r>
              <a:t>High performance</a:t>
            </a:r>
          </a:p>
          <a:p>
            <a:r>
              <a:t>Works well with large data</a:t>
            </a:r>
          </a:p>
          <a:p>
            <a:r>
              <a:t>Supports parallel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 overfit on small datasets</a:t>
            </a:r>
          </a:p>
          <a:p>
            <a:r>
              <a:t>Sensitive to parameters</a:t>
            </a:r>
          </a:p>
          <a:p>
            <a:r>
              <a:t>Requires careful tuning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</a:t>
            </a:r>
          </a:p>
          <a:p>
            <a:r>
              <a:t>Recommendation systems</a:t>
            </a:r>
          </a:p>
          <a:p>
            <a:r>
              <a:t>Search ranking</a:t>
            </a:r>
          </a:p>
          <a:p>
            <a:r>
              <a:t>Predictive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Load data</a:t>
            </a:r>
          </a:p>
          <a:p>
            <a:r>
              <a:t>2. Train model</a:t>
            </a:r>
          </a:p>
          <a:p>
            <a:r>
              <a:t>3. Predict</a:t>
            </a:r>
          </a:p>
          <a:p>
            <a:r>
              <a:t>4. Evaluate performance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LightGBM is powerful and efficient.</a:t>
            </a:r>
          </a:p>
          <a:p>
            <a:r>
              <a:t>Best suited for large-scale machine learning tasks.</a:t>
            </a:r>
          </a:p>
          <a:p>
            <a:r>
              <a:t>Popular in competitions and industry.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