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Gradient Boosting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powerful ensemble machine learning technique used for regression and classification.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Boosting?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Boosting combines multiple weak learners to form a strong learner.</a:t>
            </a:r>
          </a:p>
          <a:p>
            <a:r>
              <a:t>Models are trained sequentially.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Each new model focuses on correcting the errors made by previous models.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Gradient Boosting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Start with an initial prediction</a:t>
            </a:r>
          </a:p>
          <a:p>
            <a:r>
              <a:t>2. Calculate errors (residuals)</a:t>
            </a:r>
          </a:p>
          <a:p>
            <a:r>
              <a:t>3. Train a new model on residuals</a:t>
            </a:r>
          </a:p>
          <a:p>
            <a:r>
              <a:t>4. Add predictions to improve model</a:t>
            </a:r>
          </a:p>
          <a:p>
            <a:r>
              <a:t>5. Repeat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Mathematical Intuition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gradient descent to minimize loss function.</a:t>
            </a:r>
          </a:p>
          <a:p>
            <a:r>
              <a:t>Model learns in the direction of negative gradient.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 accuracy</a:t>
            </a:r>
          </a:p>
          <a:p>
            <a:r>
              <a:t>• Works for both regression &amp; classification</a:t>
            </a:r>
          </a:p>
          <a:p>
            <a:r>
              <a:t>• Handles complex data well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Can overfit</a:t>
            </a:r>
          </a:p>
          <a:p>
            <a:r>
              <a:t>• Slower training</a:t>
            </a:r>
          </a:p>
          <a:p>
            <a:r>
              <a:t>• Sensitive to noise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Popular Implementations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XGBoost</a:t>
            </a:r>
          </a:p>
          <a:p>
            <a:r>
              <a:t>• LightGBM</a:t>
            </a:r>
          </a:p>
          <a:p>
            <a:r>
              <a:t>• CatBoost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Fraud detection</a:t>
            </a:r>
          </a:p>
          <a:p>
            <a:r>
              <a:t>• Recommendation systems</a:t>
            </a:r>
          </a:p>
          <a:p>
            <a:r>
              <a:t>• Predictive analytics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Gradient Boosting is a powerful and flexible ML algorithm widely used in real-world problems.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