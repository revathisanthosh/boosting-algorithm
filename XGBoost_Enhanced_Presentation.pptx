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for Beginners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 visuals, examples &amp; simple explanations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XGBoost?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Extreme Gradient Boosting</a:t>
            </a:r>
          </a:p>
          <a:p>
            <a:r>
              <a:t>• Supervised ML algorithm</a:t>
            </a:r>
          </a:p>
          <a:p>
            <a:r>
              <a:t>• Works for classification &amp; regression</a:t>
            </a:r>
          </a:p>
          <a:p>
            <a:r>
              <a:t>• Based on decision trees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Boosting (Simple Idea)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Build a small model</a:t>
            </a:r>
          </a:p>
          <a:p>
            <a:r>
              <a:t>Step 2: Find errors</a:t>
            </a:r>
          </a:p>
          <a:p>
            <a:r>
              <a:t>Step 3: Build next model to fix errors</a:t>
            </a:r>
          </a:p>
          <a:p>
            <a:r>
              <a:t>Repeat → Combine all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Boosting Works (Flow)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→ Tree 1 → Errors</a:t>
            </a:r>
          </a:p>
          <a:p>
            <a:r>
              <a:t>        ↓</a:t>
            </a:r>
          </a:p>
          <a:p>
            <a:r>
              <a:t>     Tree 2 → Errors</a:t>
            </a:r>
          </a:p>
          <a:p>
            <a:r>
              <a:t>        ↓</a:t>
            </a:r>
          </a:p>
          <a:p>
            <a:r>
              <a:t>     Tree 3 → Final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XGBoost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Sequential decision trees</a:t>
            </a:r>
          </a:p>
          <a:p>
            <a:r>
              <a:t>• Focus on difficult data points</a:t>
            </a:r>
          </a:p>
          <a:p>
            <a:r>
              <a:t>• Uses gradients to reduce loss</a:t>
            </a:r>
          </a:p>
          <a:p>
            <a:r>
              <a:t>• Adds trees until performance improves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Regularization (avoid overfitting)</a:t>
            </a:r>
          </a:p>
          <a:p>
            <a:r>
              <a:t>• Handles missing values</a:t>
            </a:r>
          </a:p>
          <a:p>
            <a:r>
              <a:t>• Parallel processing</a:t>
            </a:r>
          </a:p>
          <a:p>
            <a:r>
              <a:t>• Tree pruning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Very high accuracy</a:t>
            </a:r>
          </a:p>
          <a:p>
            <a:r>
              <a:t>• Efficient and scalable</a:t>
            </a:r>
          </a:p>
          <a:p>
            <a:r>
              <a:t>• Works well on structured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Needs tuning</a:t>
            </a:r>
          </a:p>
          <a:p>
            <a:r>
              <a:t>• Harder to understand than simple models</a:t>
            </a:r>
          </a:p>
          <a:p>
            <a:r>
              <a:t>• Can overfit if not careful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Example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xgboost import XGBClassifier</a:t>
            </a:r>
          </a:p>
          <a:p>
            <a:r>
              <a:t>from sklearn.model_selection import train_test_split</a:t>
            </a:r>
          </a:p>
          <a:p/>
          <a:p>
            <a:r>
              <a:t>X_train, X_test, y_train, y_test = train_test_split(X, y)</a:t>
            </a:r>
          </a:p>
          <a:p/>
          <a:p>
            <a:r>
              <a:t>model = XGBClassifier()</a:t>
            </a:r>
          </a:p>
          <a:p>
            <a:r>
              <a:t>model.fit(X_train, y_train)</a:t>
            </a:r>
          </a:p>
          <a:p/>
          <a:p>
            <a:r>
              <a:t>pred = model.predict(X_test)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n_estimators → number of trees</a:t>
            </a:r>
          </a:p>
          <a:p>
            <a:r>
              <a:t>• learning_rate → step size</a:t>
            </a:r>
          </a:p>
          <a:p>
            <a:r>
              <a:t>• max_depth → tree depth</a:t>
            </a:r>
          </a:p>
          <a:p>
            <a:r>
              <a:t>• subsample → data sampling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Fraud detection</a:t>
            </a:r>
          </a:p>
          <a:p>
            <a:r>
              <a:t>• Credit scoring</a:t>
            </a:r>
          </a:p>
          <a:p>
            <a:r>
              <a:t>• Customer churn</a:t>
            </a:r>
          </a:p>
          <a:p>
            <a:r>
              <a:t>• Sales prediction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Beginner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Start with default parameters</a:t>
            </a:r>
          </a:p>
          <a:p>
            <a:r>
              <a:t>• Use small learning rate</a:t>
            </a:r>
          </a:p>
          <a:p>
            <a:r>
              <a:t>• Tune max_depth carefully</a:t>
            </a:r>
          </a:p>
          <a:p>
            <a:r>
              <a:t>• Use cross-validation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XGBoost = powerful + popular</a:t>
            </a:r>
          </a:p>
          <a:p>
            <a:r>
              <a:t>• Great for competitions &amp; industry</a:t>
            </a:r>
          </a:p>
          <a:p>
            <a:r>
              <a:t>• Worth learning deeply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