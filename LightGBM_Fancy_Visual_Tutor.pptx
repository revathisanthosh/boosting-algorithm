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LightGBM</c:v>
                </c:pt>
                <c:pt idx="1">
                  <c:v>XGBoost</c:v>
                </c:pt>
                <c:pt idx="2">
                  <c:v>AdaBoost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LightGBM</c:v>
                </c:pt>
                <c:pt idx="1">
                  <c:v>XGBoost</c:v>
                </c:pt>
                <c:pt idx="2">
                  <c:v>AdaBoost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8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LightGBM (LGBM) - Fancy Visual Tutor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diagrams, charts &amp;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LightGBM?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Boosting framework</a:t>
            </a:r>
          </a:p>
          <a:p>
            <a:r>
              <a:t>Developed by Microsoft</a:t>
            </a:r>
          </a:p>
          <a:p>
            <a:r>
              <a:t>Fast and efficient</a:t>
            </a:r>
          </a:p>
          <a:p>
            <a:r>
              <a:t>Used in ML competitions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Boosting Idea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Models learn from previous 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Leaf-wise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Selects best leaf to split</a:t>
            </a:r>
          </a:p>
          <a:p>
            <a:r>
              <a:t>Faster than level-wise</a:t>
            </a:r>
          </a:p>
          <a:p>
            <a:r>
              <a:t>May overfit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Histogram learning</a:t>
            </a:r>
          </a:p>
          <a:p>
            <a:r>
              <a:t>GOSS</a:t>
            </a:r>
          </a:p>
          <a:p>
            <a:r>
              <a:t>EFB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lightgbm as lgb</a:t>
            </a:r>
          </a:p>
          <a:p>
            <a:r>
              <a:t>model = lgb.LGBMClassifier()</a:t>
            </a:r>
          </a:p>
          <a:p>
            <a:r>
              <a:t>model.fit(X, y)</a:t>
            </a:r>
          </a:p>
          <a:p>
            <a:r>
              <a:t>pred = model.predict(X_test)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</a:t>
            </a:r>
          </a:p>
          <a:p>
            <a:r>
              <a:t>Recommendation systems</a:t>
            </a:r>
          </a:p>
          <a:p>
            <a:r>
              <a:t>Churn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Pros: Fast, Accurate</a:t>
            </a:r>
          </a:p>
          <a:p>
            <a:r>
              <a:t>Cons: Overfitting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Powerful ML algorithm</a:t>
            </a:r>
          </a:p>
          <a:p>
            <a:r>
              <a:t>Best for large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