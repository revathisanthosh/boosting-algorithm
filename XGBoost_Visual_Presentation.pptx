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Tree1</c:v>
                </c:pt>
                <c:pt idx="1">
                  <c:v>Tree2</c:v>
                </c:pt>
                <c:pt idx="2">
                  <c:v>Tree3</c:v>
                </c:pt>
                <c:pt idx="3">
                  <c:v>Tree4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XGBoost with Visuals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Beginner Friendly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XGBoost?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Extreme Gradient Boosting</a:t>
            </a:r>
          </a:p>
          <a:p>
            <a:r>
              <a:t>• Supervised ML</a:t>
            </a:r>
          </a:p>
          <a:p>
            <a:r>
              <a:t>• Based on decision trees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Boosting Flow (Visual)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Sequential learning</a:t>
            </a:r>
          </a:p>
          <a:p>
            <a:r>
              <a:t>• Focus on errors</a:t>
            </a:r>
          </a:p>
          <a:p>
            <a:r>
              <a:t>• Improves step by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Improvement Graph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accuracy</a:t>
            </a:r>
          </a:p>
          <a:p>
            <a:r>
              <a:t>• Fast</a:t>
            </a:r>
          </a:p>
          <a:p>
            <a:r>
              <a:t>• Handles missing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 detection</a:t>
            </a:r>
          </a:p>
          <a:p>
            <a:r>
              <a:t>• Sales prediction</a:t>
            </a:r>
          </a:p>
          <a:p>
            <a:r>
              <a:t>• Customer churn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