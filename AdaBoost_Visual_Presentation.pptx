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AdaBoost (Adaptive Boosting)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Visual Explanation with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AdaBoost?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AdaBoost combines multiple weak models to form a strong model.</a:t>
            </a:r>
          </a:p>
          <a:p>
            <a:r>
              <a:t>It focuses more on mistakes in each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Weak Learners Concept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Weak Model 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Weak Model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Weak Model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Equal Weights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8288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•</a:t>
            </a:r>
          </a:p>
        </p:txBody>
      </p:sp>
      <p:sp>
        <p:nvSpPr>
          <p:cNvPr id="4" name="Oval 3"/>
          <p:cNvSpPr/>
          <p:nvPr/>
        </p:nvSpPr>
        <p:spPr>
          <a:xfrm>
            <a:off x="2286000" y="18288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•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18288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•</a:t>
            </a:r>
          </a:p>
        </p:txBody>
      </p:sp>
      <p:sp>
        <p:nvSpPr>
          <p:cNvPr id="6" name="Oval 5"/>
          <p:cNvSpPr/>
          <p:nvPr/>
        </p:nvSpPr>
        <p:spPr>
          <a:xfrm>
            <a:off x="5029200" y="18288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•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18288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Focus on Errors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8288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•</a:t>
            </a:r>
          </a:p>
        </p:txBody>
      </p:sp>
      <p:sp>
        <p:nvSpPr>
          <p:cNvPr id="4" name="Oval 3"/>
          <p:cNvSpPr/>
          <p:nvPr/>
        </p:nvSpPr>
        <p:spPr>
          <a:xfrm>
            <a:off x="2286000" y="18288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•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1828800"/>
            <a:ext cx="914400" cy="914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•</a:t>
            </a:r>
          </a:p>
        </p:txBody>
      </p:sp>
      <p:sp>
        <p:nvSpPr>
          <p:cNvPr id="6" name="Oval 5"/>
          <p:cNvSpPr/>
          <p:nvPr/>
        </p:nvSpPr>
        <p:spPr>
          <a:xfrm>
            <a:off x="5029200" y="18288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•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1828800"/>
            <a:ext cx="914400" cy="914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Sequential Learning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Model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Model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Model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Strong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828800"/>
            <a:ext cx="27432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Final Strong Classifier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accuracy</a:t>
            </a:r>
          </a:p>
          <a:p>
            <a:r>
              <a:t>• Works well with weak learners</a:t>
            </a:r>
          </a:p>
          <a:p>
            <a:r>
              <a:t>• Adaptive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Sensitive to noise</a:t>
            </a:r>
          </a:p>
          <a:p>
            <a:r>
              <a:t>• Can overfit</a:t>
            </a:r>
          </a:p>
          <a:p>
            <a:r>
              <a:t>• Slower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