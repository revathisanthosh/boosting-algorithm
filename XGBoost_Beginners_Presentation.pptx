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XGBoost for Beginners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introduction to the XGBoost algorithm</a:t>
            </a:r>
          </a:p>
          <a:p>
            <a:r>
              <a:t>By ChatGPT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XGBoost?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Stands for Extreme Gradient Boosting</a:t>
            </a:r>
          </a:p>
          <a:p>
            <a:r>
              <a:t>• A powerful machine learning algorithm</a:t>
            </a:r>
          </a:p>
          <a:p>
            <a:r>
              <a:t>• Used for classification and regression problems</a:t>
            </a:r>
          </a:p>
          <a:p>
            <a:r>
              <a:t>• Popular in competitions and real-world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XGBoost?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accuracy</a:t>
            </a:r>
          </a:p>
          <a:p>
            <a:r>
              <a:t>• Fast and efficient</a:t>
            </a:r>
          </a:p>
          <a:p>
            <a:r>
              <a:t>• Handles missing values</a:t>
            </a:r>
          </a:p>
          <a:p>
            <a:r>
              <a:t>• Prevents overfitting using regularization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Boosting?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Ensemble learning technique</a:t>
            </a:r>
          </a:p>
          <a:p>
            <a:r>
              <a:t>• Combines multiple weak learners</a:t>
            </a:r>
          </a:p>
          <a:p>
            <a:r>
              <a:t>• Models are built sequentially</a:t>
            </a:r>
          </a:p>
          <a:p>
            <a:r>
              <a:t>• Each model corrects previous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XGBoost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Builds decision trees step-by-step</a:t>
            </a:r>
          </a:p>
          <a:p>
            <a:r>
              <a:t>• Focuses on errors from previous trees</a:t>
            </a:r>
          </a:p>
          <a:p>
            <a:r>
              <a:t>• Uses gradient descent to minimize loss</a:t>
            </a:r>
          </a:p>
          <a:p>
            <a:r>
              <a:t>• Adds new trees to improve predictions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Regularization (L1 &amp; L2)</a:t>
            </a:r>
          </a:p>
          <a:p>
            <a:r>
              <a:t>• Parallel processing</a:t>
            </a:r>
          </a:p>
          <a:p>
            <a:r>
              <a:t>• Tree pruning</a:t>
            </a:r>
          </a:p>
          <a:p>
            <a:r>
              <a:t>• Handling missing data automatically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Fraud detection</a:t>
            </a:r>
          </a:p>
          <a:p>
            <a:r>
              <a:t>• Customer churn prediction</a:t>
            </a:r>
          </a:p>
          <a:p>
            <a:r>
              <a:t>• Sales forecasting</a:t>
            </a:r>
          </a:p>
          <a:p>
            <a:r>
              <a:t>• Recommendation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performance</a:t>
            </a:r>
          </a:p>
          <a:p>
            <a:r>
              <a:t>• Flexible</a:t>
            </a:r>
          </a:p>
          <a:p>
            <a:r>
              <a:t>• Works well with structured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 be complex for beginners</a:t>
            </a:r>
          </a:p>
          <a:p>
            <a:r>
              <a:t>• Requires parameter tuning</a:t>
            </a:r>
          </a:p>
          <a:p>
            <a:r>
              <a:t>• Can be slow for very large datasets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XGBoost is a powerful ML algorithm</a:t>
            </a:r>
          </a:p>
          <a:p>
            <a:r>
              <a:t>• Widely used in industry</a:t>
            </a:r>
          </a:p>
          <a:p>
            <a:r>
              <a:t>• Great choice for structured data problems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