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LightGBM (LGBM) - Visual Tutor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With Graphs, Code &amp; Comparisons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LightGBM is a Gradient Boosting framework developed by Microsoft.</a:t>
            </a:r>
          </a:p>
          <a:p>
            <a:r>
              <a:t>Optimized for speed and performance.</a:t>
            </a:r>
          </a:p>
          <a:p>
            <a:r>
              <a:t>Widely used in ML competitions.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Gradient Boosting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1: Train a weak model</a:t>
            </a:r>
          </a:p>
          <a:p>
            <a:r>
              <a:t>Step 2: Calculate errors</a:t>
            </a:r>
          </a:p>
          <a:p>
            <a:r>
              <a:t>Step 3: Train next model on errors</a:t>
            </a:r>
          </a:p>
          <a:p>
            <a:r>
              <a:t>Step 4: Combine all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Leaf-wise Growth (Visual Idea)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LightGBM grows trees leaf-wise.</a:t>
            </a:r>
          </a:p>
          <a:p>
            <a:r>
              <a:t>Selects the leaf with max error reduction.</a:t>
            </a:r>
          </a:p>
          <a:p>
            <a:r>
              <a:t>Creates deeper and efficient trees.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Level-wise vs Leaf-wise (Comparison)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Level-wise (XGBoost): Balanced tree growth</a:t>
            </a:r>
          </a:p>
          <a:p>
            <a:r>
              <a:t>Leaf-wise (LightGBM): Unbalanced but efficient</a:t>
            </a:r>
          </a:p>
          <a:p>
            <a:r>
              <a:t>Leaf-wise is faster but risk of overfitting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Histogram-based learning</a:t>
            </a:r>
          </a:p>
          <a:p>
            <a:r>
              <a:t>GOSS (focus on large gradients)</a:t>
            </a:r>
          </a:p>
          <a:p>
            <a:r>
              <a:t>EFB (combine sparse features)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Code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lightgbm as lgb</a:t>
            </a:r>
          </a:p>
          <a:p>
            <a:r>
              <a:t>model = lgb.LGBMClassifier()</a:t>
            </a:r>
          </a:p>
          <a:p>
            <a:r>
              <a:t>model.fit(X_train, y_train)</a:t>
            </a:r>
          </a:p>
          <a:p>
            <a:r>
              <a:t>pred = model.predict(X_test)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LightGBM vs XGBoost vs AdaBoost</a:t>
            </a:r>
          </a:p>
          <a:p>
            <a:r>
              <a:t>- LightGBM: Fastest</a:t>
            </a:r>
          </a:p>
          <a:p>
            <a:r>
              <a:t>- XGBoost: Stable</a:t>
            </a:r>
          </a:p>
          <a:p>
            <a:r>
              <a:t>- AdaBoost: Simple but slower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Fraud Detection</a:t>
            </a:r>
          </a:p>
          <a:p>
            <a:r>
              <a:t>Recommendation Systems</a:t>
            </a:r>
          </a:p>
          <a:p>
            <a:r>
              <a:t>Customer Churn Prediction</a:t>
            </a:r>
          </a:p>
          <a:p>
            <a:r>
              <a:t>Ranking Systems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 training</a:t>
            </a:r>
          </a:p>
          <a:p>
            <a:r>
              <a:t>High accuracy</a:t>
            </a:r>
          </a:p>
          <a:p>
            <a:r>
              <a:t>Handles big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Overfitting risk</a:t>
            </a:r>
          </a:p>
          <a:p>
            <a:r>
              <a:t>Needs parameter tuning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LightGBM is one of the best ML algorithms.</a:t>
            </a:r>
          </a:p>
          <a:p>
            <a:r>
              <a:t>Ideal for large datasets and competitions.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